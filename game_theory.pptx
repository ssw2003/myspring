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63f61e2b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663f61e2b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663f61e2b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663f61e2b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663f61e2b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663f61e2b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663f61e2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663f61e2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663f61e2b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663f61e2b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663f61e2b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663f61e2b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663f61e2b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663f61e2b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663f61e2b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663f61e2b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663f61e2b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663f61e2b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663f61e2b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663f61e2b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663f61e2b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663f61e2b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63f61e2b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663f61e2b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663f61e2b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663f61e2b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663f61e2b8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663f61e2b8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63f61e2b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663f61e2b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663f61e2b8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663f61e2b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youtube.com/watch?v=S0qjK3TWZE8" TargetMode="External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Theory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470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Ethan Pedersen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Game Theory?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way to treat problems as games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Specifically: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Create mathematical models of interactions between “players”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Players</a:t>
            </a:r>
            <a:r>
              <a:rPr lang="en"/>
              <a:t> are usually viewed as rational agents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What is the definition of a rational agent?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Chooses actions to maximize expected utility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9525" y="2992325"/>
            <a:ext cx="3889374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Game Theory?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it is easier to think of a problem in terms of a game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Usually more fun to model problems as a game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as people tend to like things involving “play”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Long history of mathematical models and results we can use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Especially from fields like Economics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an engineering perspective, it can provide insight into system design based on how users make decisions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938" y="1441000"/>
            <a:ext cx="6660124" cy="226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JHG Activity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Website: </a:t>
            </a:r>
            <a:r>
              <a:rPr lang="en"/>
              <a:t>beta.juniorhighgame.com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Works best on Google Chrome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Groups of ~10 players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 person will need to host the game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6625" y="1772350"/>
            <a:ext cx="2107876" cy="3024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JHG Activity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6625" y="1772350"/>
            <a:ext cx="2107876" cy="30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some interesting problems we could study by using this game?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dynamics of how groups form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Groups could be: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People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Corporations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Countries (ex: alliances)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etc.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</a:t>
            </a:r>
            <a:r>
              <a:rPr lang="en"/>
              <a:t>communication</a:t>
            </a:r>
            <a:r>
              <a:rPr lang="en"/>
              <a:t> affects social interactions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Impact/consequences of government policies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etc.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Components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 of players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Assumed to be rational agents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 of 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Moves available to agents during the game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Might differ based on current game 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Policy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Decision rule that a player uses to select actions based on available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think of it as a mapping from game state to 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Sometimes called a strategy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Reward function (or cost function)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Measures the reward (or cost) of a policy</a:t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1325" y="825900"/>
            <a:ext cx="2835026" cy="181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Outcomes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games, we usually like to arrive at a “good” outcome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games with multiple players, these are usually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Pareto optimum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Pareto dominated: the utility of all players can be increased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Pareto optimum: not Pareto dominated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Best we can hope to achieve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Nash equilibrium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Best response: given what other players do, a best response maximizes utility for a given player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Nash equilibrium: when everyone is playing a best response to what everyone else is doing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Usually not as a good as a Pareto optimal outcome (though sometimes they are the same)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Usually what players converge to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Types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Zero-sum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Players </a:t>
            </a:r>
            <a:r>
              <a:rPr lang="en"/>
              <a:t>have</a:t>
            </a:r>
            <a:r>
              <a:rPr lang="en"/>
              <a:t> completely opposite goals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means that their utilities are opposite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So, if we add up everyone’s utility, the sum is usually 0 (or close to 0)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Cooperation is non-</a:t>
            </a:r>
            <a:r>
              <a:rPr lang="en"/>
              <a:t>existent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Examples?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Financial trading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Non-zero-sum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Players might have similar goals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means that their utilities are probably similar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So, if we add up everyone’s utility, the sum is usually larger than 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Cooperation is more common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Examples?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Financial investment</a:t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4100" y="2571750"/>
            <a:ext cx="2247676" cy="17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Types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Simultaneous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Players choose actions at the same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Examples?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Rock-paper-scissors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JHG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Sequential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Players take turns when choosing 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Examples?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Chess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Reversi (project 1)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Negotiation (modelled as a game)</a:t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6250" y="1772125"/>
            <a:ext cx="3487899" cy="217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Representations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Simultaneous games: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Matrices (especially with two players)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Sequential games: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Trees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Nodes are game states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Branches are actions</a:t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 rotWithShape="1">
          <a:blip r:embed="rId3">
            <a:alphaModFix/>
          </a:blip>
          <a:srcRect b="6998" l="18292" r="10860" t="4072"/>
          <a:stretch/>
        </p:blipFill>
        <p:spPr>
          <a:xfrm>
            <a:off x="5874350" y="2460950"/>
            <a:ext cx="2344227" cy="220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(Simultaneous Games)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Prisoner’s Dilemma: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the Nash equilibrium?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the Pareto optimum?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Funny example: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https://www.youtube.com/watch?v=S0qjK3TWZE8</a:t>
            </a:r>
            <a:endParaRPr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3563" y="2444150"/>
            <a:ext cx="4776875" cy="16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(Sequential Games)</a:t>
            </a: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1525" y="2010175"/>
            <a:ext cx="2746825" cy="262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2575" y="2461475"/>
            <a:ext cx="1659925" cy="158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Thanksgiving Dilemma: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the Nash Equilibrium?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Real-Life Examples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some other real-life examples (we’ve mentioned a few already)?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interactions (JHG)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Economics, financial markets, etc.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Government policies (JHG)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Factory design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Traffic systems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Cooperation tasks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Fleet of drones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Several search and </a:t>
            </a:r>
            <a:r>
              <a:rPr lang="en"/>
              <a:t>rescue</a:t>
            </a:r>
            <a:r>
              <a:rPr lang="en"/>
              <a:t> robots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etc.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might some of the limitations be?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assume players/agents are rational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Sometimes not the case in reality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best models require complete information of the environment and the way other players think, which isn’t possible in every scenario</a:t>
            </a:r>
            <a:endParaRPr/>
          </a:p>
        </p:txBody>
      </p:sp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2849" y="2991525"/>
            <a:ext cx="3222826" cy="181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Potential fields mini project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Time</a:t>
            </a:r>
            <a:endParaRPr/>
          </a:p>
        </p:txBody>
      </p:sp>
      <p:sp>
        <p:nvSpPr>
          <p:cNvPr id="162" name="Google Shape;16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Minimax and alpha-beta pruning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Skim the linked sources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