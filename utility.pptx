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479a9b1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479a9b1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479a9b1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479a9b1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479a9b18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479a9b1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479a9b18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479a9b18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479a9b18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479a9b18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479a9b18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479a9b18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479a9b18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479a9b18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479a9b18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6479a9b18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479a9b18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479a9b18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479a9b18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479a9b18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479a9b18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479a9b18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479a9b18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479a9b18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479a9b18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479a9b18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479a9b18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479a9b18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479a9b18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479a9b18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479309e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479309e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479309e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479309e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479309e0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479309e0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479309e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479309e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479309e0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479309e0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479309e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479309e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479a9b18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479a9b18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479a9b18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479a9b18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09238"/>
            <a:ext cx="8839204" cy="1325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50" y="1388024"/>
            <a:ext cx="8198700" cy="25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472650" y="3223800"/>
            <a:ext cx="6193800" cy="874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82650" y="4259325"/>
            <a:ext cx="837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Implies that every consequence for every action is known beforehand; is this problematic?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0" name="Google Shape;70;p15"/>
          <p:cNvCxnSpPr>
            <a:endCxn id="68" idx="4"/>
          </p:cNvCxnSpPr>
          <p:nvPr/>
        </p:nvCxnSpPr>
        <p:spPr>
          <a:xfrm flipH="1" rot="10800000">
            <a:off x="2932050" y="4098600"/>
            <a:ext cx="637500" cy="210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Lottery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the consequences of our actions are stochastic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If I order the pasta on an airplane, it could be good or terrible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Call these lotteries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4051" r="2385" t="0"/>
          <a:stretch/>
        </p:blipFill>
        <p:spPr>
          <a:xfrm>
            <a:off x="3182850" y="2924100"/>
            <a:ext cx="2778300" cy="7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Axioms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makes an agent rational?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follow 6 axioms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 for utility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any one is violated, we can show that the agent is irrational (at least in some situations)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Axioms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1625"/>
            <a:ext cx="5661694" cy="5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18013"/>
            <a:ext cx="5776259" cy="5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347125"/>
            <a:ext cx="7395298" cy="4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815050"/>
            <a:ext cx="8559231" cy="5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341425"/>
            <a:ext cx="9144003" cy="732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073650"/>
            <a:ext cx="894304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03700" y="132925"/>
            <a:ext cx="3140300" cy="389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say that the transitivity axiom is not satisfied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3525" r="1444" t="0"/>
          <a:stretch/>
        </p:blipFill>
        <p:spPr>
          <a:xfrm>
            <a:off x="3102300" y="2133600"/>
            <a:ext cx="30051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agent currently has A, we could offer them C for A plus one cent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agent prefers C over A, so they would make this trade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</a:t>
            </a:r>
            <a:r>
              <a:rPr lang="en"/>
              <a:t>could then offer B for C plus one cent, because the agent prefers B over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Finally, we can offer A for B plus one cent, because the agent prefers A over 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now in a state where the agent has A, which is where we started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we were able to make the agent give us 3 cents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clearly irrational behavior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3525" r="1444" t="0"/>
          <a:stretch/>
        </p:blipFill>
        <p:spPr>
          <a:xfrm>
            <a:off x="5499900" y="3980400"/>
            <a:ext cx="30051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763" y="1129625"/>
            <a:ext cx="372448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Utility Theorem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 agent’s preference relations satisfy the axioms of utility, then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exists a real-valued utility </a:t>
            </a:r>
            <a:r>
              <a:rPr lang="en"/>
              <a:t>function U</a:t>
            </a:r>
            <a:r>
              <a:rPr lang="en"/>
              <a:t> such U(A) &gt; U(B) iff A is </a:t>
            </a:r>
            <a:r>
              <a:rPr lang="en"/>
              <a:t>preferred</a:t>
            </a:r>
            <a:r>
              <a:rPr lang="en"/>
              <a:t> to B, and U(A) = U(B) iff the agent is indifferent between A and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could be multiple utility functions, but we know that at least one exists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2609990"/>
            <a:ext cx="8832301" cy="743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Utility Function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the Utility Theorem, we know that at least one utility function exists if we follow the axioms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we construct one?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talk about a step-by-step procedure (algorithm) for doing this, and then we’ll prove that it works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Utility Function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Assign a real number to the most and least preferred options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continuity property, we know that there exists a p such that the agent is indifferent between an option and the lottery where the most preferred option is received with probability p and the least preferred option is received with probability 1 -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all options, identify this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each option B, let U(B) = p * U(most preferred) + (1 - p) * U(least preferred)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By identifying p, we are essentially say how strongly we feel about the option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100" y="3894225"/>
            <a:ext cx="7395298" cy="4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You’re graduating soon, and you have 4 job offers: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Microsoft (software engineer)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McDonald’s (fry cook)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Walmart (clerk)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Oracle (QA)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preferences, from most </a:t>
            </a:r>
            <a:r>
              <a:rPr lang="en"/>
              <a:t>preferable</a:t>
            </a:r>
            <a:r>
              <a:rPr lang="en"/>
              <a:t> to least preferable, are: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Microsoft, Oracle, Walmart, McDonald’s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 a utility function that represents this preference pattern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292" y="3469100"/>
            <a:ext cx="2838125" cy="15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1: </a:t>
            </a:r>
            <a:r>
              <a:rPr lang="en"/>
              <a:t>Assign a real number to the most and least preferred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preferred is Microsoft, least preferred is McDonald’s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U(Microsoft) = 100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U(McDonald’s) = 1</a:t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292" y="3469100"/>
            <a:ext cx="2838125" cy="15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2: For all other options (Oracle and Walmart), identify a p and let </a:t>
            </a:r>
            <a:r>
              <a:rPr lang="en"/>
              <a:t>U(B) = p * U(Microsoft) + (1 - p) * U(McDonald’s)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Oracle: let p = 0.9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 U(Oracle) = 0.9 * 100 + 0.1 * 1 = 90.1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Walmart: should p be greater than 0.9 or less than 0.9?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Let p = 0.2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 U(Walmart) = 0.2 * 100 + 0.8 * 1 = 20.8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292" y="3469100"/>
            <a:ext cx="2838125" cy="15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706690"/>
            <a:ext cx="8832301" cy="7435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2701350"/>
            <a:ext cx="85206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Let’s step through the algorithm we just saw to see if this holds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2540550" y="2571750"/>
            <a:ext cx="40629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Does this satisfy the Utility Theorem?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6173"/>
            <a:ext cx="9144003" cy="602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3540"/>
          <a:stretch/>
        </p:blipFill>
        <p:spPr>
          <a:xfrm>
            <a:off x="1205700" y="1579500"/>
            <a:ext cx="6732601" cy="10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12475"/>
            <a:ext cx="9144003" cy="59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13"/>
            <a:ext cx="1689598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31000"/>
            <a:ext cx="9144003" cy="56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950" y="2406875"/>
            <a:ext cx="4100099" cy="14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 rotWithShape="1">
          <a:blip r:embed="rId6">
            <a:alphaModFix/>
          </a:blip>
          <a:srcRect b="0" l="0" r="0" t="12296"/>
          <a:stretch/>
        </p:blipFill>
        <p:spPr>
          <a:xfrm>
            <a:off x="1225950" y="4049550"/>
            <a:ext cx="6692102" cy="3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2561100" y="4507525"/>
            <a:ext cx="40218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satisfies the</a:t>
            </a:r>
            <a:r>
              <a:rPr lang="en"/>
              <a:t> Utility Theorem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8" y="1017725"/>
            <a:ext cx="1702575" cy="4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13" y="1595700"/>
            <a:ext cx="9107850" cy="3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2570150" y="2306400"/>
            <a:ext cx="40218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satisfies the Utility Theorem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2843101" cy="4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84400"/>
            <a:ext cx="6601501" cy="11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904025"/>
            <a:ext cx="9144003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2388" y="3913675"/>
            <a:ext cx="3839224" cy="108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2151" y="0"/>
            <a:ext cx="71518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6645700" y="4064100"/>
            <a:ext cx="24984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satisfies the Utility Theorem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</a:t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1544675"/>
            <a:ext cx="7200901" cy="19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 your midterm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on decision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Skim the linked pdf file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